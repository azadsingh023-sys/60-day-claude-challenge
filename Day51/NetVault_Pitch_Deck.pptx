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188720"/>
            <a:ext cx="1005840" cy="54864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966960" y="1737360"/>
            <a:ext cx="731520" cy="64008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188720"/>
            <a:ext cx="274320" cy="118872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698480" y="1005840"/>
            <a:ext cx="548640" cy="73152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1737360"/>
            <a:ext cx="731520" cy="54864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052560" y="1188720"/>
            <a:ext cx="640080" cy="64008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7776" y="11338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643616" y="16824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912096" y="23225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92256" y="9509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75136" y="22311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997696" y="17739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377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NetVault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for network inventory &amp; VLANs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·  10-Day Capstone  ·  v1.0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Azad Singh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inventory lives in scattered, outdated spreadsheets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Switch, VLAN, and site data spread across multiple Excel/Sheets files, no single source of truth.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733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Outdated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6118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fall out of sync the moment a change happens on the network, with no easy way to catch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C2733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search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6118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question like “which switch has VLAN 20?” means manually scanning multiple sheets.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people who actually manage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59152"/>
            <a:ext cx="5486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user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2860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— a Network Engineer — using NetVault daily for inventory reference, VLAN planning, and troubleshooting.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593592"/>
            <a:ext cx="5486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20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team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35204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network engineers/technicians with equal access, sharing data via export/import rather than logins.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28032"/>
            <a:ext cx="5486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754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context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47548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single-machine use during real work: diagnosing issues, planning changes, onboarding new teammates to the network layout.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dashboard-first app replaces every scattered sheet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NetVault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team a single local web app: open it, and instantly see how the network is composed — then search, filter, and update records in seconds instead of hunting through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675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Dashboard-first — see network health at a glance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table with instant search &amp; filter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183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590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— no technical help needed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047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locally, no server, no cost, no accounts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1C2733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NetVault — Dashboard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274320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8072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64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274320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28072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264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274320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15400" y="28072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264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149840" y="2743200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49840" y="28072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264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per Site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5001768"/>
            <a:ext cx="83210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7415784" y="4681728"/>
            <a:ext cx="832104" cy="11247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385048" y="5129784"/>
            <a:ext cx="832104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9354312" y="4873752"/>
            <a:ext cx="832104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23576" y="5257800"/>
            <a:ext cx="832104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6446520" y="5806440"/>
            <a:ext cx="4709160" cy="0"/>
          </a:xfrm>
          <a:prstGeom prst="line">
            <a:avLst/>
          </a:prstGeom>
          <a:noFill/>
          <a:ln w="12700">
            <a:solidFill>
              <a:srgbClr val="3E54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team needs, nothing they don't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0487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9008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counts and a per-site chart calculated straight from current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240487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Search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9008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switch instantly by name or IP address, live as you type.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240487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26060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Multi-Filter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99008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site and VLAN together — combinable with search.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32511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5262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Edit / Delete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9103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management with validation, no technical help required.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432511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9432" y="45262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/ Import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9103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or share data as a portable JSON file, anytime.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7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4192" y="4325112"/>
            <a:ext cx="365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94192" y="45262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Setup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91032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by opening a file — no server, database, or account.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moving parts,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FC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total-beginner builder with 30–60 minutes/day needs a stack with zero setup failure points — so every choice below removes a moving part rather than adding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241280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514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CSS &amp; JavaScript — single page, no framework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10241280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4472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44728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localStorage, seeded from a bundled sample dataset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79976"/>
            <a:ext cx="10241280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799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37997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(free CDN) for the one dashboard visualization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312664"/>
            <a:ext cx="10241280" cy="777240"/>
          </a:xfrm>
          <a:prstGeom prst="roundRect">
            <a:avLst>
              <a:gd name="adj" fmla="val 7059"/>
            </a:avLst>
          </a:prstGeom>
          <a:solidFill>
            <a:srgbClr val="1A3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3126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5312664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by opening a file — no server, no hosting, no cost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v1.0 leaves out — on purpose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to protect a 10-day timeline — the natural next milestones if this project continues: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&amp; database so data isn't tied to one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38658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multi-user accounts for larger teams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08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polling (SNMP) for real-time switch status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16382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108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&amp; notifications on network 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version history / change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4106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hosting for remote team access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scattered spreadsheet to a trusted single source of truth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NetVault starts as a personal capstone — but its real value is proving that a clean, disciplined tool can replace the chaos of scattered sheets for any small technical team, and that a beginner can ship something genuinely useful in 10 focused days.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NetVault  ·  60 Days of Claude Capstone  ·  Azad Singh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2026-09-14T05:23:13Z</dcterms:created>
  <dcterms:modified xsi:type="dcterms:W3CDTF">2026-09-14T05:23:13Z</dcterms:modified>
</cp:coreProperties>
</file>